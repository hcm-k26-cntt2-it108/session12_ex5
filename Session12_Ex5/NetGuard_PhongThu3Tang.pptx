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Phòng thủ 3 tầng chặn mã độc từ mạng đến con người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23360" y="173736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023360" y="17373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Tài sản cần bảo vệ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80760" y="2560320"/>
            <a:ext cx="0" cy="640080"/>
          </a:xfrm>
          <a:prstGeom prst="line">
            <a:avLst/>
          </a:prstGeom>
          <a:noFill/>
          <a:ln w="25400">
            <a:solidFill>
              <a:srgbClr val="2E5A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8404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2E5AAC"/>
          </a:solidFill>
          <a:ln w="25400">
            <a:solidFill>
              <a:srgbClr val="2E5AA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8404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Tầng 1: Mạng</a:t>
            </a:r>
            <a:endParaRPr lang="en-US" sz="22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Tường lửa, IDS/IPS, phân đoạn mạng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331720" y="3200400"/>
            <a:ext cx="0" cy="640080"/>
          </a:xfrm>
          <a:prstGeom prst="line">
            <a:avLst/>
          </a:prstGeom>
          <a:noFill/>
          <a:ln w="25400">
            <a:solidFill>
              <a:srgbClr val="2E5A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2560320"/>
            <a:ext cx="0" cy="640080"/>
          </a:xfrm>
          <a:prstGeom prst="line">
            <a:avLst/>
          </a:prstGeom>
          <a:noFill/>
          <a:ln w="25400">
            <a:solidFill>
              <a:srgbClr val="2E5A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38404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DCE6F5"/>
          </a:solidFill>
          <a:ln w="25400">
            <a:solidFill>
              <a:srgbClr val="2E5AA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38404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2A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Tầng 2: Máy chủ và ứng dụng</a:t>
            </a:r>
            <a:endParaRPr lang="en-US" sz="22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A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Diệt mã độc, vá lỗi, giới hạn quyền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2200" y="3200400"/>
            <a:ext cx="0" cy="640080"/>
          </a:xfrm>
          <a:prstGeom prst="line">
            <a:avLst/>
          </a:prstGeom>
          <a:noFill/>
          <a:ln w="25400">
            <a:solidFill>
              <a:srgbClr val="2E5A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2560320"/>
            <a:ext cx="0" cy="640080"/>
          </a:xfrm>
          <a:prstGeom prst="line">
            <a:avLst/>
          </a:prstGeom>
          <a:noFill/>
          <a:ln w="25400">
            <a:solidFill>
              <a:srgbClr val="2E5A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8404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DCE6F5"/>
          </a:solidFill>
          <a:ln w="25400">
            <a:solidFill>
              <a:srgbClr val="2E5AA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38404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2A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Tầng 3: Dữ liệu và con người</a:t>
            </a:r>
            <a:endParaRPr lang="en-US" sz="22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A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Sao lưu 3-2-1, đào tạo nhân viên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0012680" y="3200400"/>
            <a:ext cx="0" cy="640080"/>
          </a:xfrm>
          <a:prstGeom prst="line">
            <a:avLst/>
          </a:prstGeom>
          <a:noFill/>
          <a:ln w="25400">
            <a:solidFill>
              <a:srgbClr val="2E5A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1720" y="3200400"/>
            <a:ext cx="7680960" cy="0"/>
          </a:xfrm>
          <a:prstGeom prst="line">
            <a:avLst/>
          </a:prstGeom>
          <a:noFill/>
          <a:ln w="25400">
            <a:solidFill>
              <a:srgbClr val="2E5AA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Montserrat"/>
        <a:font script="Hebr" typeface="Montserrat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ontserrat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2026-10-26T23:36:58Z</dcterms:created>
  <dcterms:modified xsi:type="dcterms:W3CDTF">2026-10-26T23:36:58Z</dcterms:modified>
</cp:coreProperties>
</file>